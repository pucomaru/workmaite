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세부 설계안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6개월 전체 과정 기획 보고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교육과정개발팀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3931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2026.02.24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 (Agenda)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7315200" cy="50292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9144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교육 목표 및 방향성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572768"/>
            <a:ext cx="731520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5727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Phase별 커리큘럼 구성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231136"/>
            <a:ext cx="7315200" cy="50292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231136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교육생 선발 기준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2889504"/>
            <a:ext cx="731520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889504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평가 체계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3547872"/>
            <a:ext cx="7315200" cy="50292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54787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기대 효과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03120"/>
            <a:ext cx="13716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교육 목표 및 방향성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5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SKALA가 추구하는 인재상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교육 목표 및 방향성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교육 목표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74320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2057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전주기 역량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25603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기획 → 개발 → 배포 → 운영까지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전 과정 수행 가능한 역량 확보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74320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417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46120" y="2057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프로젝트 역량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5603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다직군 팀원과 협력하여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비즈니스 문제 해결 경험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325880"/>
            <a:ext cx="274320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417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2057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전력 가능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5603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 후 현업 AI 프로젝트에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투입 가능한 실전 역량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벤치마킹: Google ML Bootcamp, 네이버 AI 부스트캠프, 카카오 아카데미 분석 결과 반영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03120"/>
            <a:ext cx="13716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Phase별 커리큘럼 구성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5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24주 전체 로드맵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Phase별 커리큘럼 구성 (전체 로드맵)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2011680" cy="3566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22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554480"/>
            <a:ext cx="2011680" cy="91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572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기초 &amp; 기획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1031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AI/LLM 트렌드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4505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기획 방법론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7980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비즈니스 문제 정의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31455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데이터 전략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95728" y="822960"/>
            <a:ext cx="2011680" cy="35661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95728" y="822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95728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5~12주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95728" y="1554480"/>
            <a:ext cx="2011680" cy="91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95728" y="1572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 실무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87168" y="21031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Python/ML/DL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87168" y="24505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LLM API &amp; Agent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87168" y="27980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FastAPI 백엔드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87168" y="31455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Vue.js 프론트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08576" y="822960"/>
            <a:ext cx="2011680" cy="356616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08576" y="822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08576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13~20주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08576" y="1554480"/>
            <a:ext cx="2011680" cy="91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08576" y="1572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실전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00016" y="21031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팀 프로젝트 수행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0016" y="24505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현업 멘토 코칭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0016" y="27980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중간 발표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0016" y="31455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피드백 반영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21424" y="822960"/>
            <a:ext cx="2011680" cy="35661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21424" y="822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21424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21~24주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21424" y="1554480"/>
            <a:ext cx="2011680" cy="91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21424" y="1572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&amp; 연계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12864" y="21031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최종 발표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12864" y="24505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임원 심사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12864" y="27980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채용 연계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12864" y="31455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네트워킹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각 Phase 종료 시 수료 평가 실시 / 누적 점수 60% 미만 시 수료 취소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03120"/>
            <a:ext cx="13716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교육생 선발 기준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5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100명 선발을 위한 공정한 평가 체계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교육생 선발 기준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선발 프로세스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0972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80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서류 심사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63040" y="1280160"/>
            <a:ext cx="7132320" cy="64008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12801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[40점] 경력 기술서 + 지원 동기 + 추천서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10972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94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테스트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63040" y="2194560"/>
            <a:ext cx="71323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21945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[30점] 논리적 사고력 + AI 기초 지식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10972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108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3429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심층 면접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63040" y="3108960"/>
            <a:ext cx="7132320" cy="64008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31089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[30점] 프로젝트 경험 + 협업 역량 + 비전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우대 사항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AI/데이터 관련 자격증 보유자 (ADP, SQLD 등) 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사내 AI 관련 프로젝트 참여 경험자 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팀장 추천서 제출자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평가 체계 및 기대 효과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체계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3200400" cy="5486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및 퀴즈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12801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320040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발표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19659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3200400" cy="5486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51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 평가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651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337560"/>
            <a:ext cx="320040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7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3337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325880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298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전문 인력 100명 내재화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011680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19842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그룹사 AI 프로젝트 자립 역량 확보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2697480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26700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 수료생 채용 연계로 리텐션 강화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383280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3558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브랜드로 외부 AI 인재 유인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2026-05-04T00:05:25Z</dcterms:created>
  <dcterms:modified xsi:type="dcterms:W3CDTF">2026-05-04T00:05:25Z</dcterms:modified>
</cp:coreProperties>
</file>