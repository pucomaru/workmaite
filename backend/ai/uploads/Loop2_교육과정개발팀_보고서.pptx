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커리큘럼 수정안 및 과제 Pool 보고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연장·현업 과제 12건 수집 완료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교육과정개발팀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39319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회의 보완 사항 이행 현황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280160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0" y="914400"/>
            <a:ext cx="7315200" cy="68580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9144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기간 10주 연장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9144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과정 26주(6.5개월)로 조정 완료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28800"/>
            <a:ext cx="1280160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8288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645920" y="1828800"/>
            <a:ext cx="73152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1828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과제 Pool 수집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1828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 3건, SKT 4건, SK에너지 3건, SK AX 2건 = 12건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1280160" cy="6858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7432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완료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645920" y="2743200"/>
            <a:ext cx="7315200" cy="68580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0" y="2743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난이도 분류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7432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상(4건) / 중(5건) / 하(3건)으로 분류 완료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1280160" cy="68580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65760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진행중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645920" y="3657600"/>
            <a:ext cx="7315200" cy="6858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36576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평가 기준 설계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20640" y="3657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평가지 작성 완료, 채점 기준 추가 수정 중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 프로젝트 과제 Pool 12건 상세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CC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SKALA 교육 기획 프로젝트 | Loop 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320040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3566160" y="822960"/>
            <a:ext cx="438912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8046720" y="822960"/>
            <a:ext cx="822960" cy="34747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8229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계열사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8229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과제명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0" y="82296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207008"/>
            <a:ext cx="320040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1207008"/>
            <a:ext cx="438912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207008"/>
            <a:ext cx="82296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2070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0" y="1207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반도체 불량품 예측 AI 모델 개발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120700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545336"/>
            <a:ext cx="32004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66160" y="1545336"/>
            <a:ext cx="438912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545336"/>
            <a:ext cx="82296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154533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0" y="15453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가동률 최적화 Agent 시스템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15453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883664"/>
            <a:ext cx="320040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66160" y="1883664"/>
            <a:ext cx="438912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0" y="1883664"/>
            <a:ext cx="82296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188366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SK하이닉스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0" y="188366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검사 자동화 Vision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46720" y="188366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221992"/>
            <a:ext cx="32004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2221992"/>
            <a:ext cx="438912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46720" y="2221992"/>
            <a:ext cx="82296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221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22219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이탈 예측 및 리텐션 자동화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22219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560320"/>
            <a:ext cx="320040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66160" y="2560320"/>
            <a:ext cx="438912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0" y="2560320"/>
            <a:ext cx="82296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560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0" y="2560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기반 네트워크 이상 감지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1C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74320" y="2898648"/>
            <a:ext cx="32004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566160" y="2898648"/>
            <a:ext cx="438912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46720" y="2898648"/>
            <a:ext cx="82296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8986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0" y="289864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챗봇 기반 고객 CS 자동화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046720" y="289864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" y="3236976"/>
            <a:ext cx="320040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0" y="3236976"/>
            <a:ext cx="438912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3236976"/>
            <a:ext cx="82296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23697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SK텔레콤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657600" y="323697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 요금제 추천 시스템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046720" y="323697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3575304"/>
            <a:ext cx="32004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566160" y="3575304"/>
            <a:ext cx="438912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46720" y="3575304"/>
            <a:ext cx="82296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5753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SK에너지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657600" y="357530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주유소 수요 예측 모델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046720" y="357530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3913632"/>
            <a:ext cx="320040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566160" y="3913632"/>
            <a:ext cx="438912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46720" y="3913632"/>
            <a:ext cx="82296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39136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SK에너지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3657600" y="39136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사용량 이상 감지 AI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046720" y="391363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74320" y="4251960"/>
            <a:ext cx="32004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566160" y="4251960"/>
            <a:ext cx="438912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46720" y="4251960"/>
            <a:ext cx="82296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251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SK에너지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3657600" y="42519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 경로 최적화 AI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8046720" y="4251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74320" y="4590288"/>
            <a:ext cx="320040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566160" y="4590288"/>
            <a:ext cx="438912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046720" y="4590288"/>
            <a:ext cx="822960" cy="320040"/>
          </a:xfrm>
          <a:prstGeom prst="rect">
            <a:avLst/>
          </a:prstGeom>
          <a:solidFill>
            <a:srgbClr val="EBF4FF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459028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AX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657600" y="45902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회의 보조 시스템 (WorkmA!te)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046720" y="45902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274320" y="4928616"/>
            <a:ext cx="320040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566160" y="4928616"/>
            <a:ext cx="438912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046720" y="4928616"/>
            <a:ext cx="822960" cy="320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7E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65760" y="492861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 AX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3657600" y="492861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기반 사내 지식 검색 시스템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046720" y="492861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2026-05-04T00:05:27Z</dcterms:created>
  <dcterms:modified xsi:type="dcterms:W3CDTF">2026-05-04T00:05:27Z</dcterms:modified>
</cp:coreProperties>
</file>