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교육 기획 프로젝트 | Loop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강사진 및 멘토링 운영 계획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Pool 구성 및 멘토링 프로세스 설계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강사멘토링팀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3931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2026.02.24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교육 기획 프로젝트 | Loop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731520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9144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강사진 구성 현황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572768"/>
            <a:ext cx="731520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5727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Phase별 강사 배정 계획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231136"/>
            <a:ext cx="731520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231136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멘토링 운영 프로세스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2889504"/>
            <a:ext cx="731520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889504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멘토-멘티 매칭 기준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3547872"/>
            <a:ext cx="731520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54787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성과 측정 방안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강사진 구성 현황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교육 기획 프로젝트 | Loop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강사 후보 Pool (22명 확보)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1600200" cy="2560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25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AI/ML 기초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0116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260604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KAIST 교수, 네이버 리서치 시니어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1280160"/>
            <a:ext cx="1600200" cy="256032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325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&amp; Agent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0116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57400" y="260604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한국 파트너, SK AX 수석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1280160"/>
            <a:ext cx="1600200" cy="25603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325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MLOps &amp; 인프라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20116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94760" y="260604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Solutions Architect, Google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1280160"/>
            <a:ext cx="1600200" cy="2560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325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개발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20116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260604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출신 개발자, 스타트업 CTO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23760" y="1280160"/>
            <a:ext cx="1600200" cy="2560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1325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기획/전략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20116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3명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69480" y="260604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McKinsey AI 컨설턴트, 사내 전문가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1148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멘토: 12명 확보 (SK AX 재직 AI 전문가, 팀장급 이상)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멘토링 운영 프로세스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교육 기획 프로젝트 | Loop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방식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1097280" cy="6858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80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1회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280160"/>
            <a:ext cx="731520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2801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멘토링 세션 (45분)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1280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온라인/오프라인 병행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1097280" cy="6858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488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463040" y="2148840"/>
            <a:ext cx="7315200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21488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멘토링 세션 (90분)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148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5~6명 소그룹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1097280" cy="6858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1752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463040" y="3017520"/>
            <a:ext cx="731520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30175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멘토-멘티 진도 점검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3017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전략기획팀 보고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멘토-멘티 매칭 기준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직무 유사성 (40%)  ② 관심 AI 분야 일치 (35%)  ③ 경력 연차 차이 5년 이상 (25%)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2026-05-04T00:05:25Z</dcterms:created>
  <dcterms:modified xsi:type="dcterms:W3CDTF">2026-05-04T00:05:25Z</dcterms:modified>
</cp:coreProperties>
</file>