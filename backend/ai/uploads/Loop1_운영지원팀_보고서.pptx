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교육 기획 프로젝트 | Loop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운영 인프라 및 모집 계획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교육생 선발 프로세스 &amp; 운영 인프라 구축 방안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운영지원팀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3931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2026.02.24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교육생 모집 공고 계획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교육 기획 프로젝트 | Loop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2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모집 채널 및 일정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2011680" cy="59436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801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인트라넷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0" y="1280160"/>
            <a:ext cx="5029200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2801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직원 공지 팝업 + 메인 배너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0" y="1280160"/>
            <a:ext cx="1371600" cy="59436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12801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2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2026-02-24 오픈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029968"/>
            <a:ext cx="2011680" cy="59436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0299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SK그룹 포털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77440" y="2029968"/>
            <a:ext cx="502920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202996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Universe 공지 + 개인 알림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98080" y="2029968"/>
            <a:ext cx="1371600" cy="59436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202996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2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2026-02-24 오픈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779776"/>
            <a:ext cx="2011680" cy="59436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7797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 공지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77440" y="2779776"/>
            <a:ext cx="5029200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2779776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팀장에게 공문 발송 및 추천 요청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2779776"/>
            <a:ext cx="1371600" cy="59436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2779776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2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2026-02-24 이메일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529584"/>
            <a:ext cx="2011680" cy="59436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52958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메신저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77440" y="3529584"/>
            <a:ext cx="502920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3529584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Channel Talk 전체 공지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0" y="3529584"/>
            <a:ext cx="1371600" cy="59436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3529584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2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2026-02-24 ~ 03-10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LMS 플랫폼 비교 및 추천안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교육 기획 프로젝트 | Loop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2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솔루션 비교 검토 결과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321040" cy="41148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항목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Moodle (오픈소스)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Canvas LMS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Classroom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0" y="12344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691640"/>
            <a:ext cx="1645920" cy="502920"/>
          </a:xfrm>
          <a:prstGeom prst="rect">
            <a:avLst/>
          </a:prstGeom>
          <a:solidFill>
            <a:srgbClr val="EDE7F6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691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완성도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03120" y="1691640"/>
            <a:ext cx="1554480" cy="502920"/>
          </a:xfrm>
          <a:prstGeom prst="rect">
            <a:avLst/>
          </a:prstGeom>
          <a:solidFill>
            <a:srgbClr val="EDE7F6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1691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⭐⭐⭐⭐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49040" y="1691640"/>
            <a:ext cx="1554480" cy="502920"/>
          </a:xfrm>
          <a:prstGeom prst="rect">
            <a:avLst/>
          </a:prstGeom>
          <a:solidFill>
            <a:srgbClr val="EDE7F6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691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⭐⭐⭐⭐⭐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94960" y="1691640"/>
            <a:ext cx="1554480" cy="502920"/>
          </a:xfrm>
          <a:prstGeom prst="rect">
            <a:avLst/>
          </a:prstGeom>
          <a:solidFill>
            <a:srgbClr val="EDE7F6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691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⭐⭐⭐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1691640"/>
            <a:ext cx="822960" cy="502920"/>
          </a:xfrm>
          <a:prstGeom prst="rect">
            <a:avLst/>
          </a:prstGeom>
          <a:solidFill>
            <a:srgbClr val="EDE7F6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16916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221992"/>
            <a:ext cx="16459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22199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커스터마이징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03120" y="2221992"/>
            <a:ext cx="15544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22219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⭐⭐⭐⭐⭐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49040" y="2221992"/>
            <a:ext cx="15544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22219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⭐⭐⭐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94960" y="2221992"/>
            <a:ext cx="15544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22219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⭐⭐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40880" y="2221992"/>
            <a:ext cx="82296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2221992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2752344"/>
            <a:ext cx="1645920" cy="502920"/>
          </a:xfrm>
          <a:prstGeom prst="rect">
            <a:avLst/>
          </a:prstGeom>
          <a:solidFill>
            <a:srgbClr val="EDE7F6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75234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03120" y="2752344"/>
            <a:ext cx="1554480" cy="502920"/>
          </a:xfrm>
          <a:prstGeom prst="rect">
            <a:avLst/>
          </a:prstGeom>
          <a:solidFill>
            <a:srgbClr val="EDE7F6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0" y="275234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무료(서버비)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749040" y="2752344"/>
            <a:ext cx="1554480" cy="502920"/>
          </a:xfrm>
          <a:prstGeom prst="rect">
            <a:avLst/>
          </a:prstGeom>
          <a:solidFill>
            <a:srgbClr val="EDE7F6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0" y="275234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$3/인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94960" y="2752344"/>
            <a:ext cx="1554480" cy="502920"/>
          </a:xfrm>
          <a:prstGeom prst="rect">
            <a:avLst/>
          </a:prstGeom>
          <a:solidFill>
            <a:srgbClr val="EDE7F6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0" y="275234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040880" y="2752344"/>
            <a:ext cx="822960" cy="502920"/>
          </a:xfrm>
          <a:prstGeom prst="rect">
            <a:avLst/>
          </a:prstGeom>
          <a:solidFill>
            <a:srgbClr val="EDE7F6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40880" y="2752344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3282696"/>
            <a:ext cx="16459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328269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보안/내부정책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103120" y="3282696"/>
            <a:ext cx="15544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03120" y="328269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⭐⭐⭐⭐⭐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749040" y="3282696"/>
            <a:ext cx="15544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49040" y="328269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⭐⭐⭐⭐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394960" y="3282696"/>
            <a:ext cx="15544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94960" y="328269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⭐⭐⭐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040880" y="3282696"/>
            <a:ext cx="82296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40880" y="3282696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25%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3813048"/>
            <a:ext cx="1645920" cy="502920"/>
          </a:xfrm>
          <a:prstGeom prst="rect">
            <a:avLst/>
          </a:prstGeom>
          <a:solidFill>
            <a:srgbClr val="E8EAF6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38130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점수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103120" y="3813048"/>
            <a:ext cx="1554480" cy="502920"/>
          </a:xfrm>
          <a:prstGeom prst="rect">
            <a:avLst/>
          </a:prstGeom>
          <a:solidFill>
            <a:srgbClr val="E8EAF6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03120" y="381304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2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88점 ✅ 추천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749040" y="3813048"/>
            <a:ext cx="1554480" cy="502920"/>
          </a:xfrm>
          <a:prstGeom prst="rect">
            <a:avLst/>
          </a:prstGeom>
          <a:solidFill>
            <a:srgbClr val="E8EAF6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49040" y="381304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76점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394960" y="3813048"/>
            <a:ext cx="1554480" cy="502920"/>
          </a:xfrm>
          <a:prstGeom prst="rect">
            <a:avLst/>
          </a:prstGeom>
          <a:solidFill>
            <a:srgbClr val="E8EAF6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94960" y="381304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65점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040880" y="3813048"/>
            <a:ext cx="822960" cy="502920"/>
          </a:xfrm>
          <a:prstGeom prst="rect">
            <a:avLst/>
          </a:prstGeom>
          <a:solidFill>
            <a:srgbClr val="E8EAF6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40880" y="381304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2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추천: Moodle 기반 자체 구축 → 보안 정책 준수 + 장기적 커스터마이징 유리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교육 운영 전체 일정 (Draft)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교육 기획 프로젝트 | Loop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2588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1325880" cy="310896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74520" y="868680"/>
            <a:ext cx="132588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1874520" y="8686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74520" y="1234440"/>
            <a:ext cx="132588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868680"/>
            <a:ext cx="132588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8686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1234440"/>
            <a:ext cx="1325880" cy="310896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868680"/>
            <a:ext cx="132588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8686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1234440"/>
            <a:ext cx="132588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868680"/>
            <a:ext cx="132588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8686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1234440"/>
            <a:ext cx="1325880" cy="310896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3800" y="868680"/>
            <a:ext cx="132588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800" y="8686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43800" y="1234440"/>
            <a:ext cx="132588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1417320"/>
            <a:ext cx="662940" cy="41148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1417320"/>
            <a:ext cx="6629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입교식/OT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1947672"/>
            <a:ext cx="13258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194767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20240" y="2478024"/>
            <a:ext cx="2651760" cy="4114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20240" y="24780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008376"/>
            <a:ext cx="2651760" cy="41148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00837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89520" y="3538728"/>
            <a:ext cx="1325880" cy="4114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353872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2026-05-04T00:05:25Z</dcterms:created>
  <dcterms:modified xsi:type="dcterms:W3CDTF">2026-05-04T00:05:25Z</dcterms:modified>
</cp:coreProperties>
</file>