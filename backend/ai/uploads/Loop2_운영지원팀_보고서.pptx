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구축 및 운영 최종 확정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LMS·교육장·모집 시스템 준비 완료 보고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운영지원팀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Moodle LMS 구축 일정 확정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0" cy="5943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14일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914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IT팀 서버 발주 완료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0" cy="5943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21일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세팅 및 Moodle 설치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320040" cy="32004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0320"/>
            <a:ext cx="0" cy="5943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194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28일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Moodle 구축 완료 (예정)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320040" cy="32004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0" cy="5943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834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29~30일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운영 (교직원 10명 파일럿)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320040" cy="32004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0480"/>
            <a:ext cx="0" cy="5943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4일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교육생 100명 계정 생성 완료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320040" cy="320040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7일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4114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1기 개강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교육생 모집 결과 및 합격자 현황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및 선발 현황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지원자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247명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 합격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80560" y="12801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 응시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0" y="12801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합격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수락 완료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98명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377440" y="2651760"/>
            <a:ext cx="1920240" cy="109728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대기자 추가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527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480560" y="2651760"/>
            <a:ext cx="1920240" cy="109728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정원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154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 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계열사별 분포: SK하이닉스 32명 | SK텔레콤 28명 | SK에너지 18명 | SK AX 14명 | 기타 8명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2026-05-04T00:05:27Z</dcterms:created>
  <dcterms:modified xsi:type="dcterms:W3CDTF">2026-05-04T00:05:27Z</dcterms:modified>
</cp:coreProperties>
</file>